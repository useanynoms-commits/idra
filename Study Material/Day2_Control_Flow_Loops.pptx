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&amp; TRAINING PROGRAM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3337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 &amp; Loops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 •  while &amp; for Loops  •  break, continue &amp; else  •  Number Guessing Game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|  India Data Research Academy  |  Department of Data Science and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234440" y="1691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0574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else, nested conditions &amp; the ternary operator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0" y="16916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812280" y="1691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12280" y="20574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Condition-controlled iteration &amp; state management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234440" y="2880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&amp; range()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32461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sequences with start / stop / step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35040" y="288036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812280" y="2880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enumerate() &amp; zip()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12280" y="32461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Index-value pairs &amp; multi-sequence iteration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4069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234440" y="4069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34440" y="44348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continue, and the loop-else clause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035040" y="4069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812280" y="4069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Best Practices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12280" y="44348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and writing clean loops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5257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123444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  —  Building the Number Guessing Game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Expressions &amp; Truthy / Falsy Values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Basics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values: True and False (type bool)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expression that resolves to True/False can drive a condition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 &amp; Falsy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Falsy: 0, 0.0, "", [], {}, (), None, False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Truthy: everything else — non-zero numbers, non-empty collections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evaluate left to right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() always override default order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 =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count: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is falsy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print("has items")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print("empty")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prints this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name: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"" is falsy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print("hi", name)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name provided")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print(bool([1, 2]))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print(bool([]))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 &amp; Short-Circuit Evaluation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True only if both operands are True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True if at least one operand is True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inverts a boolean value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Evaluation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stops at the first falsy operand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stops at the first truthy operand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safe checks, e.g. obj and obj.value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has_id =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 and has_id: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print("Entry allowed")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short-circuit: right side never evaluated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None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 and user.is_active: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print("Active user")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user / inactive")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runs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'or' returns the first truthy value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"" or "Guest"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print(name)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Guest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 True)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elif / else: Building Conditional Blocks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checks a condition; elif adds alternates; else is the fallback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matching branch runs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colon + indentation defines each block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Conditions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— place the most specific condition first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skips remaining checks once a branch matches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"A"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75: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"B"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60: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"C"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"F"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print(f"Grade: {grade}")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Grade: C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Conditional Statements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if/elif/else block can contain another inside its body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nested level needs its own indentation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a decision depends on more than one related check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nesting (3+ levels) hurts readability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combining conditions with and / or instead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has_ticket =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has_ticket: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print("Enter the venue")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print("Buy a ticket first")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print("Must be 18 or older")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flattened equivalent using 'and'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 and has_ticket: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print("Enter the venue")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Ternary Operator (Conditional Expressions)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value_if_true if condition else value_if_false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to a single expression — assign it directly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short, simple either/or assignments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for complex logic — use full if/else for clarity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82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"Pass" if score &gt;= 40 else "Fail"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print(status)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Nested ternary (use sparingly)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("A" if score &gt;= 90 else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"B" if score &gt;= 75 else "C")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print(grade)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[3, 8, 1, 9]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["even" if n % 2 == 0 else "odd"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 n in numbers]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print(labels)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['odd','even','odd','odd']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Check: Predict the Output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class exercise — cover the right column and predict each result.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3566160"/>
        </p:xfrm>
        <a:graphic>
          <a:graphicData uri="http://schemas.openxmlformats.org/drawingml/2006/table">
            <a:tbl>
              <a:tblPr/>
              <a:tblGrid>
                <a:gridCol w="4572000"/>
                <a:gridCol w="2377440"/>
                <a:gridCol w="432511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 3 and 2 &gt;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operands must be True for 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or 'default'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'default'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is falsy, so or returns the second operand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(5 == 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== 5 is True; not inverts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'Pass' if 45 &gt;= 40 else 'Fail'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'Pass'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is True, so the first value is returned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bool([])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empty list is falsy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Loop: Three Core Tools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080260" y="219456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80260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852928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94360" y="3218688"/>
            <a:ext cx="3483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as long as a condition stays True. Ideal when the number of iterations isn't known upfront.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38444" y="219456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844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06824" y="2852928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352544" y="3218688"/>
            <a:ext cx="3483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directly over a sequence — list, string, or range. Ideal for known collections.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596628" y="219456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9662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065008" y="2852928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loop-else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110728" y="3218688"/>
            <a:ext cx="3483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clause that runs only if the loop completes without hitting a break.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Loops: Condition &amp; State Management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condition: — the body repeats until the condition is False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re-checked before every iteration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controlling variable inside the loop body — or it never ends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state explicitly: counters, flags, accumulators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&lt;= 5: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print(f"Iteration {count}")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state update - required!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print("Done")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controlled by a flag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=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 = 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running: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+=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attempts == 3: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running = False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print(f"Stopped after {attempts} attempts")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Infinite Loops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3566160"/>
        </p:xfrm>
        <a:graphic>
          <a:graphicData uri="http://schemas.openxmlformats.org/drawingml/2006/table">
            <a:tbl>
              <a:tblPr/>
              <a:tblGrid>
                <a:gridCol w="3566160"/>
                <a:gridCol w="3840480"/>
                <a:gridCol w="386791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Pitfall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Forgetting to update the loop 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never changes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Increment/modify the variable inside the loop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always 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 or wrong comparison 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Double-check comparison direction and 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Updating the wrong 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variable names confused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clear, distinct names; print state while debugging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Relying on input that never arrives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fallback or timeout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maximum iteration count or explicit break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Loops: Iterating Over Sequences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 in sequence: — runs the body once per element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lists, strings, tuples, dictionaries, and ranges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Variable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takes each element's value in order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meaningfully — e.g. student, not x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"mango", "kiwi"]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fruit in fruits: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print(fruit.upper())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Iterating a string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 in "abc":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Iterating a dictionary (keys by default)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{"Aarav": 88, "Isha": 92}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 in scores: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scores[name])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range(start, stop, step) In Depth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6400800" cy="4389120"/>
          </a:xfrm>
          <a:prstGeom prst="roundRect">
            <a:avLst>
              <a:gd name="adj" fmla="val 125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64008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64208"/>
            <a:ext cx="64008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155448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55448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155448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1828800"/>
            <a:ext cx="59984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end=" ")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1 2 3 4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range(2, 8):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end=" ")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3 4 5 6 7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range(10, 0, -2):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end=" ")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 8 6 4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range() produces values lazily -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a list to view them all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print(list(range(3)))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1, 2]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463040"/>
          <a:ext cx="457200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0,1,2,3,4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range(2, 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2,3,4,5,6,7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range(10,0,-2)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10,8,6,4,2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7178040" y="4343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is always exclusive — range(5) never includes 5.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enumerate(): Index + Value Pairs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enumerate()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each element with its index automatically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manual counters like i = 0 then i += 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index, value in enumerate(sequence, start=0):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 argument sets the first index (default 0)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"mango", "kiwi"]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index, fruit in enumerate(fruits):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print(index, fruit)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apple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mango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kiwi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 starting index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pos, fruit in enumerate(fruits, start=1):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print(f"{pos}. {fruit}")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apple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mango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kiwi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zip(): Multi-Sequence Iteration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zip()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multiple sequences in parallel, pairing elements by position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automatically at the shortest sequence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lists into a dictionary with dict(zip(...))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["Aarav", "Isha", "Rohan"]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[88, 92, 79]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score in zip(names, scores):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{score}")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Aarav: 88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Isha: 92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Rohan: 79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Combine into a dictionary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grade_map = dict(zip(names, scores))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print(grade_map)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{'Aarav': 88, 'Isha': 92, 'Rohan': 79}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vs for: Choosing the Right Tool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356616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478231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Loop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number of items to 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Iterates the sequence directly — no manual counter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until a condition changes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Condition-driven; count isn't known in advance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input until the user quits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runtime user action, not a fixed sequence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every element in a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Cleaner syntax; avoids off-by-one index 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break: Exiting a Loop Early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exits the nearest enclosing loop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any remaining iterations, and the loop's else clause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Search-and-stop patterns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Exiting menus or input loops on a command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[4, 9, 15, 22, 7]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numbers: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15: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print("Found 15!")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print(f"Checked {n}")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Checked 4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Checked 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Found 15!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Exiting an input loop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cmd = input("Enter 'q' to quit: 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cmd == "q":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continue: Skipping an Iteration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rest of the current iteration and moves to the next one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itself keeps running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out unwanted values without nesting an if/else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5, 6]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numbers: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2 != 0: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 odd numbers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Skipping blank entries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= ["data", "", "more data", ""]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lines: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line: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print(line)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else Clause on Loops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the loop finishes normally — no break was hit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both for and while loops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search completed without finding a match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= [3, 7, 11]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search_for = 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targets: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== search_for: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print("Found it!")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print("Not found in list")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runs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... else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 &lt; 10: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+=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print("Loop completed without break")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Reference: break vs continue vs else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502152"/>
              </a:tblGrid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Loop Continue?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Exits the loop immediately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the loop ends entirely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to the next iteration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the loop keeps running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else (on a loop)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only if no break occurred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runs after normal completion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Day 2 Errors &amp; Fixes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3566160"/>
        </p:xfrm>
        <a:graphic>
          <a:graphicData uri="http://schemas.openxmlformats.org/drawingml/2006/table">
            <a:tbl>
              <a:tblPr/>
              <a:tblGrid>
                <a:gridCol w="3566160"/>
                <a:gridCol w="3840480"/>
                <a:gridCol w="386791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loop (program hangs)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variable never updated in while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Add/verify the update step inside the loop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IndentationError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Mismatched spacing inside if/for/while blocks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4 spaces consistently for every nested block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SyntaxError: expected ':'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colon after if / elif / else / while /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colon at the end of the statement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TypeError: 'int' object is not iterable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for x in 5 instead of for x in range(5)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the number in range(), e.g. range(n)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else clause runs unexpectedly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Confusing loop-else with if-else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Remember: loop-else fires only when no break occurs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Clean, Readable Loops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loop bodies short; extract complex logic into functions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meaningful loop variable names (student, not x)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for + enumerate() over manual index counters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loops (3+ levels) — refactor instead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list while iterating over it directly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Less clear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[1, 2, 3, 4, 5]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len(data):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data[i] % 2 == 0: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result.append(data[i])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Cleaner, Pythonic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[n for n in data if n % 2 == 0]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4]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Deliverable: Number Guessing Game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game that picks a secret number and guides the player toward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16152" y="237744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16152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" y="30358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200" y="3401568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random target using random.randint()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20440" y="237744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15768" y="30358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761488" y="3401568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prompt the player until correct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24728" y="237744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24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020056" y="30358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065776" y="3401568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"too high" / "too low" feedback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29016" y="237744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29016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24344" y="30358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370064" y="3401568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attempts against a maximum count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0433304" y="237744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33304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628632" y="30358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674352" y="3401568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the result and allow a replay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Game: Setup &amp; random.randint()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Number Generation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random gives access to random.randint(a, b)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randint() is inclusive of both a and b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secret number once, before the loop begins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attempts and a max_attempts limit up front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guessing_game.py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start_game(low=1, high=50, max_attempts=6):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"""Set up the secret number and attempt tracking."""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 = random.randint(low, high)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= 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print(f"Guess a number between {low} and {high}.")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print(f"You have {max_attempts} attempts.")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secret, attempts, max_attempts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Game: Core Loop &amp; Attempt Tracking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Structure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attempts &lt; max_attempts: repeats until the player runs out of tries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reads a guess and increments attempts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Conditions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True the moment the guess matches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out of the loop means attempts were exhausted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guessing_game.py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play_round(secret, attempts, max_attempts):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attempts &lt; max_attempts: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guess = int(input("Your guess: "))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attempts +=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guess == secret: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print(f"Correct! {attempts} tries.")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= max_attempts - attempts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print(f"Attempts left: {left}")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print(f"Out of attempts! Number: {secret}")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Game: Conditional Feedback Logic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the Player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if/elif/else block compares the guess to the secret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directional feedback instead of a plain "wrong"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the comparison into its own function keeps the main loop short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guessing_game.py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78308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give_feedback(guess, secret):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a hint comparing guess to secret."""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guess &lt; secret: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"Too low - try higher."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guess &gt; secret: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"Too high - try lower."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"Correct!"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inside the loop: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 = give_feedback(guess, secret)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print(hint)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hint == "Correct!":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Game: Full Program &amp; Sample Run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5943600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64208"/>
            <a:ext cx="59436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155448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55448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155448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guessing_game.py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1828800"/>
            <a:ext cx="5541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 = random.randint(1, 50)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max_attempts = 6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= 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print("=== Number Guessing Game ===")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attempts &lt; max_attempts: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guess = int(input("Your guess (1-50): "))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attempts +=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guess == secret: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print(f"Correct! {attempts} tries.")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guess &lt; secret: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print("Too low.")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print("Too high.")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print(f"Out of attempts! Answer: {secret}")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83680" y="1463040"/>
            <a:ext cx="5148072" cy="4434840"/>
          </a:xfrm>
          <a:prstGeom prst="roundRect">
            <a:avLst>
              <a:gd name="adj" fmla="val 123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1463040"/>
            <a:ext cx="5148072" cy="292608"/>
          </a:xfrm>
          <a:prstGeom prst="roundRect">
            <a:avLst>
              <a:gd name="adj" fmla="val 109375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0" y="1664208"/>
            <a:ext cx="514807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9984" y="155448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31152" y="155448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155448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146304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run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784848" y="1828800"/>
            <a:ext cx="474573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Number Guessing Game ===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guess (1-50): 25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high.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guess (1-50): 12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guess (1-50): 18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guess (1-50): 21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Correct! 4 tries.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Game: Edge Cases &amp; Enhancements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int(input(...)) in try/except ValueError to catch non-numeric input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against guesses outside the valid range with an if check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26480" y="155448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main() in a "play again?" outer loop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display the best (fewest-attempt) score across rounds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difficulty by narrowing the number range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Key Takeaways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if/elif/else, nested conditions, and ternary expressions choose a path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5196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251960" y="2377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Condition-controlled repetition; must update state to avoid infinite loops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Loops &amp; range()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20" y="2377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directly over sequences; range() generates numeric sequences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enumerate() &amp; zip()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57200" y="4480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values with indices, or iterate multiple sequences in parallel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25196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/ continue / else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251960" y="4480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 over how and when a loop ends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467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046720" y="4480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attempt-limited Number Guessing Game with feedback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3: Data Structures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Lists, Tuples, Sets &amp; Dictionaries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slicing &amp; core built-in methods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&amp; dictionary comprehensions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Student Management Program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484632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Department of Data Science and AI  |  contact@idra.co.in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2: Control Flow &amp; Loops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2198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2026-07-27T09:53:28Z</dcterms:created>
  <dcterms:modified xsi:type="dcterms:W3CDTF">2026-07-27T09:53:28Z</dcterms:modified>
</cp:coreProperties>
</file>