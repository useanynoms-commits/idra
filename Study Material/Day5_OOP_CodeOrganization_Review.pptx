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965960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&amp; TRAINING PROGRAM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 Basics, Code Organization &amp; Review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  •  Encapsulation  •  PEP 8 &amp; Docstrings  •  Week 1 Recap  •  Weekly Quiz  •  Mini Project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|  India Data Research Academy  |  Department of Data Science and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80160" y="14813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Object-Oriented Programming?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84708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thinking vs. modeling the world with objects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148132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78040" y="14813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78040" y="184708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Blueprints, instances, the __init__ constructor &amp; self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44144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280160" y="24414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28072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vs. class attributes, defining instance methods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44144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178040" y="24414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78040" y="28072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protected (_) and private (__) attributes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40156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280160" y="34015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80160" y="37673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style, docstrings, and type hinting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55080" y="340156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178040" y="34015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in Practice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78040" y="37673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procedural scripts into class-based code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36168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280160" y="436168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Consolidation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80160" y="47274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Days 1–5 and a key-terms glossary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53949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3949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371600" y="53949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 —  Weekly Quiz, Conceptual Review &amp; Python Mini Project Setup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1272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data and behavior together, the foundation of scalable Python code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&amp; Objects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Class?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that defines the attributes and behavior an object will have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using the class keyword; no memory is used until an object is created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Object?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instance created from a class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gets its own independent copy of instance data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calling the class like a function: ClassName()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buddy = Dog()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milo = Dog()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print(type(buddy))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'__main__.Dog'&gt;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print(buddy is milo)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— two separate objects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buddy.name = "Buddy"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print(buddy.name)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Buddy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__init__ Constructor &amp; self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runs automatically every time a new object is created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initialize instance attributes with starting values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 Parameter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specific object that is calling the method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the first parameter of every instance method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automatically by Python — never supplied manually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marks):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self.marks = marks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Student("Riya", 88)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Student("Amit", 76)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print(s1.name, s1.marks)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Riya 88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print(s2.name, s2.marks)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Amit 76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s1 and s2 are independent objects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built from the same blueprint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Attributes vs. Class Attributes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directly inside the class body, outside any method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every instance of the class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to each object; set with self inside __init__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object's instance attribute never affects another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company = "IDRA"      # class attribute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salary):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# instance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self.salary = salary  # instance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= Employee("Neha", 50000)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= Employee("Karan", 60000)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print(e1.company, e2.company)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IDRA IDRA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print(e1.salary, e2.salary)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50000 60000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Methods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Methods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written inside a class body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take self as the first parameter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Methods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object.method() automatically passes the object in as self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can read and update the object's own attributes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Rectangle: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length, width):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self.length = length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self.width = width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area(self):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self.length * self.width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perimeter(self):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2 * (self.length + self.width)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Rectangle(5, 3)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print(r.area())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print(r.perimeter())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 — Public vs. Private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Attributes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leading underscore; freely accessed from outside the class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— single underscore (_)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internal use by convention; still technically accessible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double underscore (__)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Python's name mangling to restrict direct access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owner, balance):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self.owner = owner        # public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self._pin = "1234"        # protected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self.__balance = balance  # private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BankAccount("Aisha", 5000)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print(acc.owner)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Aisha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print(acc._pin)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1234 (works, but discouraged)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print(acc.__balance)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AttributeError: no attribute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'__balance'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Mangling &amp; Controlled Access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Encapsulate?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internal state from accidental, uncontrolled changes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access through methods that can validate input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Mangling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__balance is rewritten internally as _BankAccount__balance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true privacy — a strong convention that discourages misuse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balance):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self.__balance = balance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get_balance(self):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self.__balance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deposit(self, amount):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amount &gt; 0: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self.__balance += amount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BankAccount(5000)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acc.deposit(1500)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print(acc.get_balance())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6500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print(acc._BankAccount__balance)</a:t>
            </a:r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6500 — mangled name still reachable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A Multi-Object Example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the Concepts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 + methods + encapsulation used together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attribute (total_books) tracks state shared across all objects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Object State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keeps its own private __is_issued flag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method on b1 never changes b2's data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LibraryBook: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total_books = 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title, author):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self.title = title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self.author = author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self.__is_issued = False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LibraryBook.total_books += 1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issue(self):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self.__is_issued = True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status(self):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 "Issued" if self.__is_issued else "Available"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f"{self.title} - {s}"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= LibraryBook("Python 101", "R. Sharma")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= LibraryBook("Data Science", "A. Verma")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b1.issue()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print(b1.status())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101 - Issued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print(LibraryBook.total_books)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1272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Organization &amp; Best Practices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Python that reads clearly and documents itself, following PEP 8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8 — Why Style Guides Matter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PEP 8?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official style guide for writing readable code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code consistent across a team or codebase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for variables and function names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for class names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UPPER_CASE for constants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PEP 8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CalcTotal(a,B):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Result=a+B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return(Result)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PEP 8 compliant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calc_total(a, b):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 + 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ShoppingCart:      # PascalCase class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TAX_RATE = 0.18      # UPPER_CASE constant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total_price(self, amount):   # snake_case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amount * (1 + self.TAX_RATE)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8 — Layout &amp; Whitespace Rules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spaces per indentation level — never tabs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indentation is what defines a code block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Length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space around operators and after commas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lines to roughly 79 characters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blank lines before top-level functions and classes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greet(name, age=18):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age &gt;= 18: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print(f"Hello, {name}!")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print("Access denied")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Two blank lines separate top-level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functions and classes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Invoice: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total(self, price, qty, tax):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spaces around operators, after commas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price * qty + tax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Docstrings — Documenting Your Code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Document?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 function or class's purpose, parameters and return value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at runtime via __doc__ and the built-in help()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Style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triple double-quotes """..."""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immediately after the def or class line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calculate_bmi(weight, height):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 Body Mass Index (BMI).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weight (float): Weight in kilograms.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height (float): Height in meters.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float: The calculated BMI value.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weight / (height ** 2)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print(calculate_bmi.__doc__)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help(calculate_bmi)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Hinting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Type Hints?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annotations that document the expected data types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enforce types at runtime — Python remains dynamically typed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Them?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readability and editor autocompletion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catch bugs early with tools such as mypy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add(a: int, b: int) -&gt; int: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greet(name: str, age: int = 18) -&gt; str: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 {name}, age {age}"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marks: float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name: str, marks: float) -&gt; None: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self.marks = marks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Refactoring: Procedural → Class-Based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Refactor?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data and behavior together in one place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extend, reuse, and test as the program grows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variables become instance attributes (self.x)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functions become methods that take self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85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310896"/>
          </a:xfrm>
          <a:prstGeom prst="roundRect">
            <a:avLst>
              <a:gd name="adj" fmla="val 26471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109728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17904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17904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1112" y="14173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Procedural version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"Riya"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[80, 90, 70]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average(marks):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sum(marks) / len(marks)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print(average(marks))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Refactored: class-based version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marks):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self.marks = marks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average(self):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sum(self.marks) / len(self.marks)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Student("Riya", [80, 90, 70])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print(s.average())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1272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Consolidation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Days 1–5 together before the live weekly quiz and assessment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REVIEW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Python Foundations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Topics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setup: Python install, VS Code, and Google Colab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dynamic typing, and memory referencing with id()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types (int, float, str, bool) and type casting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I/O: input(), print(), f-strings and format specifiers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arithmetic, comparison, logical, and assignment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237"/>
            </a:avLst>
          </a:prstGeom>
          <a:solidFill>
            <a:srgbClr val="F3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2200" y="212140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Calculator Program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72200" y="2898648"/>
            <a:ext cx="51937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converting user input safely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arithmetic and comparison operators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clean, formatted console output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REVIEW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Control Flow &amp; Loops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Topics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expressions and short-circuit evaluation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blocks and the ternary operator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and for loops, including range(start, stop, step)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enumerate() and zip() for multi-sequence iteration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continue, and the loop else clause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237"/>
            </a:avLst>
          </a:prstGeom>
          <a:solidFill>
            <a:srgbClr val="F3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2200" y="212140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Guessing Game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72200" y="2898648"/>
            <a:ext cx="51937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randomness with random.randint()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loop state and maximum attempt limits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conditional feedback based on user guesses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REVIEW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— Core Data Structures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Topics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indexing, slicing, and core string methods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operations, mutability, and list comprehensions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Tuples: immutability, packing and unpacking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Sets: uniqueness guarantees and set operations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Dictionaries: key-value access and comprehensions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237"/>
            </a:avLst>
          </a:prstGeom>
          <a:solidFill>
            <a:srgbClr val="F3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2200" y="212140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Program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72200" y="2898648"/>
            <a:ext cx="51937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dictionaries inside lists for structured records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Create, Read, Update, Delete operations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structure for the right job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REVIEW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— Functions, Modules, Exceptions &amp; Files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Topics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parameters vs. arguments, and the return statement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*args, **kwargs, and the LEGB scope rule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built-in modules and writing custom ones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/ else / finally, and raising custom errors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for TXT and CSV using context managers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237"/>
            </a:avLst>
          </a:prstGeom>
          <a:solidFill>
            <a:srgbClr val="F3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2200" y="212140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 Application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72200" y="2898648"/>
            <a:ext cx="51937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user input with defensive exception handling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structured records to CSV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logic into reusable, well-scoped functions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REVIEW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 — Object-Oriented Programming (Today)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Topics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the __init__ constructor and self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 vs. class attributes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methods and public / protected / private encapsulation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style, docstrings, and type hinting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procedural scripts into class-based code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237"/>
            </a:avLst>
          </a:prstGeom>
          <a:solidFill>
            <a:srgbClr val="F3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2200" y="212140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Mini Project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72200" y="2898648"/>
            <a:ext cx="51937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class around real program data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code with docstrings and type hints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well-organized code for a GitHub portfolio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REVIEW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Glossary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4892040"/>
        </p:xfrm>
        <a:graphic>
          <a:graphicData uri="http://schemas.openxmlformats.org/drawingml/2006/table">
            <a:tbl>
              <a:tblPr/>
              <a:tblGrid>
                <a:gridCol w="3017520"/>
                <a:gridCol w="8229600"/>
              </a:tblGrid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blueprint that defines the attributes and behavior of objects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specific instance created from a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Refers to the current object inside an instance 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 (__init__)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method that initializes a new object's attributes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Attribute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unique to one object, set with self.attr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Attribute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shared by every instance of the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Restricting direct access to an object's internal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Mangling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rewriting __attr as _ClassName__attr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Python's official style guide for readable, consistent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"""...""" string documenting a function, class, or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Hint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optional annotation documenting expected argument/return types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Restructuring existing code without changing its 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REVIEW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Misconceptions &amp; Mistakes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4892040"/>
        </p:xfrm>
        <a:graphic>
          <a:graphicData uri="http://schemas.openxmlformats.org/drawingml/2006/table">
            <a:tbl>
              <a:tblPr/>
              <a:tblGrid>
                <a:gridCol w="4846320"/>
                <a:gridCol w="640080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Mistake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Understanding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"self is a special keyword"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just a strong convention — any name works, but self is 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BF9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"__balance is truly private"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name-mangled, not inaccessible — a convention, not real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"Mutable class attributes act per-object"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shared list/dict class attribute is one object — mutating it affects every instance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BF9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"print() and return do the same thing"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 only displays text; return sends a value back to the caller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8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"More comments always mean better code"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naming and structure often beat over-commenting — PEP 8 favors readability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B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1272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Quiz, Review &amp; Deliverable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out Week 1 with a live quiz and the transition into the mini project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Weekly Quiz — Format &amp; Guidance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conceptual MCQs and short code-output questions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Days 1–5: Python foundations through OOP basics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Session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live at the end of class, individually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commonly missed questions immediately after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237"/>
            </a:avLst>
          </a:prstGeom>
          <a:solidFill>
            <a:srgbClr val="F3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COUNTS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2200" y="212140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Evaluation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72200" y="2898648"/>
            <a:ext cx="51937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assignments contribute 40% of the overall grade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&amp; engagement — including the live quiz — contributes 10%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(40%) and GitHub portfolio (10%) follow in Week 6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quiz results to flag topics for extra revision before Week 2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Quiz Questions (Instructor Reference)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print(3 // 2) output?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keyword skips to the next loop iteration?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continue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data structure guarantees unique elements?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set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exception is raised when a file is missing?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FileNotFoundError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the correct constructor syntax in a class?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def __init__(self):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 What does self refer to inside an instance method?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the calling object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Mini Project — Overview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an earlier Week 1 script into class-based code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OOP principles, PEP 8 style, docstrings and type hints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refactoring a structured script into a class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on clean naming, encapsulation, and documentation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237"/>
            </a:avLst>
          </a:prstGeom>
          <a:solidFill>
            <a:srgbClr val="F3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2200" y="212140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Mini Project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72200" y="2898648"/>
            <a:ext cx="51937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transition from the 4-week training phase toward the project phase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habits carried into the Week 6 capstone and GitHub portfolio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brief and rubric are covered separately in the assignment sheet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SUMMARY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bundle data (attributes) and behavior (methods) into one reusable blueprint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ties a method back to the specific object that called it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(_ and __) signals and enforces controlled access to internal state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8, docstrings, and type hints make code readable for the next person — including future you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procedural scripts into classes is a core professional habit, not just a syntax exercise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built the full foundation: syntax, control flow, data structures, functions/files, and now OOP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5: OOP Basics, Code Organization &amp;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2128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2: NumPy &amp; Pandas for Data Analysis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introduces NumPy arrays and vectorized operations — the foundation for everything that follows in data analysis and machine learning.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Department of Data Science and 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2026-07-28T03:28:49Z</dcterms:created>
  <dcterms:modified xsi:type="dcterms:W3CDTF">2026-07-28T03:28:49Z</dcterms:modified>
</cp:coreProperties>
</file>