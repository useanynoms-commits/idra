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&amp; TRAINING PROGRAM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 Modules &amp; Exception Handling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  •  Modules  •  Exception Handling  •  File I/O (TXT &amp; CSV)  •  Expense Tracker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|  India Data Research Academy  |  Department of Data Science and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80160" y="14813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Return Values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84708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parameters vs. arguments, and the return statement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148132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78040" y="14813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&amp; Scope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78040" y="184708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Positional/keyword/default args, *args/**kwargs, LEGB &amp; global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44144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280160" y="24414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Packages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28072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built-ins &amp; writing custom modules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44144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178040" y="24414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78040" y="28072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try/except/else/finally and raising custom errors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40156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280160" y="34015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Handling: TXT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80160" y="37673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managers, reading &amp; writing text files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55080" y="340156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178040" y="34015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Handling: CSV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78040" y="37673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csv.reader() and csv.writer() for tabular data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36168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280160" y="436168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80160" y="47274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exception-guarded file-reading pattern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53949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394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37160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  —  Building the Expense Tracker Application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Functions &amp; Return Values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Functions?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reusable logic under a name with def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 to the caller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name(parameters): — a colon plus an indented block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return, a function returns None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add(3, 5)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print(f"Hello, {name}!")  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greet("Amit")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print(value)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square(n):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&amp; Arguments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&amp; Keyword Arguments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— matched by order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— matched by name; order doesn't matter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Arguments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param=default gives a fallback value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must come after non-default parameters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power(base, exponent=2):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 ** exponent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print(power(3))   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print(power(3, 3))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27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print(power(exponent=3, base=2))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describe(name, age, city="Unknown"):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print(f"{name}, {age}, from {city}")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describe("Riya", 22)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describe("Amit", 21, city="Delhi")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 &amp; **kwargs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— Arbitrary Positional Args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any extra positional arguments into a tuple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— Arbitrary Keyword Args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any extra keyword arguments into a dictionary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total(*args):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sum(args)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print(total(1, 2, 3))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print(total(10, 20, 30, 40))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profile(**kwargs):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key, value in kwargs.items():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print(f"{key}: {value}")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profile(name="Amit", age=21, course="DS")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summary(title, *args, **kwargs):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print(title, args, kwargs)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Scope: LEGB &amp; the global Keyword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LEGB Rule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Enclosing → Global → Built-in — Python's search order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created inside a function is local by default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Keyword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function modify a variable defined outside it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sparingly — prefer return values over global state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            # global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increment():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count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print(count)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outer():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"hi"          # enclosing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inner():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print(msg)        # reads enclosing scope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inner()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PACKAGES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Built-in Modules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Modules?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a .py file of reusable functions &amp; constants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module gives access via module.name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Standard-Library Modules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— sqrt(), ceil(), floor(), pi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sys — filesystem &amp; interpreter info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— randint(), choice(), shuffle()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os import getcwd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print(math.sqrt(64))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8.0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print(math.pi)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3.14159...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print(random.randint(1, 10))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print(random.choice(["a", "b", "c"]))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print(getcwd())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current directory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PACKAGES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Modules &amp; if __name__ == "__main__"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Custom Module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.py file is a module — import it by filename (no .py)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functions &amp; variables become accessible as module.name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__name__ == "__main__":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when the file is run directly, not when imported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demo/test code from running on import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helpers.py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double(n):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print(double(5))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runs only when direct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helpers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print(helpers.double(10))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__main__ block skipped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Exceptions &amp; Why They Happen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Exception Types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 — right type, invalid value, e.g. int("abc")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 — an operation on an incompatible type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 — the file path doesn't exist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 — a sequence index is out of range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Handle Them?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 crash the whole program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int("abc")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ValueError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"2" + 2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open("missing.txt")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FileNotFoundError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3][5]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IndexError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uncaught -&gt; program stops here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print("This line never runs")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/ except Basics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Structure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might fail goes in try; the handler goes in except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continues running after the exception is handled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Specific Exceptions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exception type to only catch what you expect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except: catches everything — avoid it, it hides bugs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= int(input("Enter age: "))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print(f"You are {age} years old")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print("Please enter a valid number")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10 / 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print("Cannot divide by zero")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print("Program continues...")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 &amp; finally Clauses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— Runs Only if No Exception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"happy path" separate from error handling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— Always Runs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code — closing files, releasing resources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whether or not an exception occurred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int(input("Enter a number: "))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print("Invalid input")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print(f"You entered {num}")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on success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print("Done processing input")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always runs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read_file(path):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 = open(path)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f.read()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finally: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f.close()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runs even on failure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Multiple Exceptions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except Blocks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except blocks to handle different errors differently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 them top-to-bottom; the first match wins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the Exception Object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Type as e gives access to the error message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= [10, 20, 30]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= int(input("Index: "))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print(values[idx])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print("Enter a whole number")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IndexError: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print("Index out of range")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print(f"Unexpected error: {e}")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tuple form: same handler for several types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risky_call()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(ValueError, TypeError) as 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print("Bad input:", e)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Custom Errors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triggers an exception when your logic detects a problem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Classes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Exception to create domain-specific errors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except blocks more precise and self-documenting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set_age(age):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age &lt; 0: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ValueError("Age cannot be negative")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age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set_age(-5)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raises ValueError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InsufficientFundsError(Exception):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withdraw(balance, amount):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amount &gt; balance: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InsufficientFundsError("Not enough balance")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balance - amount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Reference: Common Exceptions &amp; Fixes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4206240"/>
        </p:xfrm>
        <a:graphic>
          <a:graphicData uri="http://schemas.openxmlformats.org/drawingml/2006/table">
            <a:tbl>
              <a:tblPr/>
              <a:tblGrid>
                <a:gridCol w="2651760"/>
                <a:gridCol w="4846320"/>
                <a:gridCol w="3776472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type, wrong value — e.g. int("abc")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input, or wrap in try/except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on incompatible types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with type() / isinstance()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FileNotFoundError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path doesn't exist or was moved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the path; except FileNotFoundError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beyond the sequence's 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len() before indexing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dictionary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.get() or except KeyError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ZeroDivisionError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Dividing by zero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with an if check before dividing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name the specific exception you expect — a targeted except block is easier to debug than a broad one.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Managers: with open()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with open()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closes the file, even if an error occurs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than manually calling f.close()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"r" read  •  "w" write (overwrites)  •  "a" append  •  "r+" read &amp; write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open("notes.txt", "w")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f.write("Hello, IDRA!\n")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f.write("Day 4: File Handling\n")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 is automatically closed here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open("notes.txt", "r")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 = f.read()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print(content)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version - easy to forget close()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open("notes.txt")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f.read()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f.close()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Writing .txt Files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.read() — the whole file as one string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.readline() one line at a time; .readlines() a list of lines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.write(str) writes exactly what you pass — no auto newline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"a" to append instead of overwrite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open("log.txt", "w")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f.write("Line 1\n")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f.write("Line 2\n")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open("log.txt", "r")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lines = f.readlines()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lines: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print(line.strip())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open("log.txt", "a")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f.write("Line 3\n")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appended, not overwritten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Writing .csv Files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csv Module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commas inside fields, quoting, and line endings correctly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&amp; Writer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csv.reader(f) yields each row as a list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csv.writer(f).writerow(row) writes one row at a time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open("expenses.csv", "w", newline="")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 = csv.writer(f)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writer.writerow(["date", "category", "amount"])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writer.writerow(["2026-07-01", "Food", 250])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writer.writerow(["2026-07-02", "Travel", 500])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open("expenses.csv", "r")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reader = csv.reader(f)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reader: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A Safe File-Reading Pattern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Three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organize the logic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guard against bad or missing input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managers handle the file safely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with block inside try/except for FileNotFoundError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load_expenses(path):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records = []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open(path, "r", newline="")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reader = csv.reader(f)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next(reader)               # skip header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row in reader: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records.append(row)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FileNotFoundError: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print(f"{path} not found - starting fresh")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records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load_expenses("expenses.csv")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 Application: Requirements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expense (date, category, amount, note) to a CSV file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expenses, with a running total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category-wise spending summary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invalid numeric input without crashing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(str)  •  category (str)  •  amount (float)  •  note (str)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menu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Expense Tracker ===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Expense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View All Expenses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Category Summary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Exit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CSV Schema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Schema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expense: date, category, amount, note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header row is written once, when the file is created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Setup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file exists before writing the header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expense_tracker.py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csv, os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"expenses.csv"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init_file():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os.path.exists(FILE):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open(FILE, "w", newline="")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writer = csv.writer(f)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writer.writerow(["date", "category", "amount", "note"])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init_file()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add_expense() &amp; CSV Writing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add_expense()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file in append mode ("a") to preserve existing rows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csv.writer().writerow() to add one row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newline=""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blank lines appearing between rows on Windows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expense_tracker.py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add_expense(date, category, amount, note=""):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open(FILE, "a", newline="")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writer = csv.writer(f)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writer.writerow([date, category, amount, note])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print("Expense added.")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add_expense("2026-07-27", "Food", 180, "Lunch")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add_expense("2026-07-27", "Travel", 60, "Bus")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view_expenses() &amp; CSV Reading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view_expenses()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row, skipping the header, and prints a table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 running total while iterating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values are always strings — convert amount with float()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expense_tracker.py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view_expenses():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open(FILE, "r", newline="")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reader = csv.reader(f)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next(reader)               # skip header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date, category, amount, note in reader: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amount = float(amount)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 += amount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print(f"{date} | {category:8} | ₹{amount:.2f} | {note}")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print(f"Total spent: ₹{total:.2f}")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 with Try/Except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Against Bad Input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float(input(...)) in try/except ValueError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the user provides a valid number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UI Friendly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clear message and re-prompt instead of crashing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expense_tracker.py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get_amount():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raw = input("Amount: 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float(raw)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print("Please enter a valid number, e.g. 199.50")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= get_amount()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print(f"Recorded amount: {amount}")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Totals &amp; Summary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Category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dictionary that accumulates totals per category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dict.get(key, 0) avoids a KeyError on the first entry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the Summary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amount to show the biggest category first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expense_tracker.py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category_summary():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totals = {}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open(FILE, "r", newline="")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reader = csv.reader(f)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next(reader)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_, category, amount, _ in reader: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totals[category] = totals.get(category, 0) + float(amount)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cat, amt in sorted(totals.items(), key=lambda x: -x[1]):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print(f"{cat:10}: ₹{amt:.2f}")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Menu Loop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User Choices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+ if/elif keeps the tracker running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menu option calls one dedicated function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Exiting Cleanly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on Exit — every entry is already saved to disk by then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expense_tracker.py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init_file()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input("Enter choice: 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== "4":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print("Goodbye!")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"1":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date = input("Date (YYYY-MM-DD): 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category = input("Category: 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amount = get_amount()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note = input("Note: 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add_expense(date, category, amount, note)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"2":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view_expenses()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Program: Sample Run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7455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1127455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1127455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1417320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run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1837944"/>
            <a:ext cx="1087221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Expense Tracker ===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1.Add 2.View 3.Summary 4.Exit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(YYYY-MM-DD): 2026-07-27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Food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 180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Note: Lunch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 added.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2026-07-27 | Food     | ₹180.00 | Lunch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2026-07-27 | Travel   | ₹60.00  | Bus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spent: ₹240.00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      : ₹180.00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    : ₹60.00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4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&amp; Enhancements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date follows a consistent format before saving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 missing or empty CSV file gracefully on first run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FileNotFoundError / PermissionError around file ops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63640" y="146304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expenses by date range or category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monthly report to a separate summary file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delete/edit option using a temporary file + replace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BEST PRACTICES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Pitfalls: Exceptions &amp; Files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Pitfalls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except: hides real bugs — always name the exception type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Exception too broadly can mask programming errors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Pitfalls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newline="" creates blank lines between CSV rows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in "w" mode erases existing content — use "a" to append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BUG: swallows every error silently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risky_operation()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BETTER: name the exception, handle 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risky_operation()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 as 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print(f"Invalid value: {e}")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BUG: "w" mode overwrites the whole file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open(FILE, "w", newline="") as f: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Key Takeaways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93852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return, positional/keyword/default args, *args/**kwargs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5508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55080" y="193852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LEGB rule; global lets a function modify outer state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27889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317296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for built-ins; if __name__ == "__main__" guards demo code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55080" y="27889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55080" y="317296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try/except/else/finally; raise for custom errors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4023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" y="440740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open() context managers; .read() / .write()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55080" y="4023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55080" y="440740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csv.reader() and csv.writer() for tabular data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530352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303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468880" y="5303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Expense Tracker Application storing entries in CSV, with validation and a category summary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4: Functions, Modules &amp; Exception Handling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417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5: OOP Basics, Code Organization &amp; Review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 — the __init__ constructor and the self parameter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vs. class attributes, and basic encapsulation (_ and __)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clean, modular code with PEP 8, docstrings &amp; type hinting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revision and the live Week 1 quiz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457200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2A335F"/>
          </a:solidFill>
          <a:ln w="12700">
            <a:solidFill>
              <a:srgbClr val="2A33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572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Mini Project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539496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2026-07-28T02:59:06Z</dcterms:created>
  <dcterms:modified xsi:type="dcterms:W3CDTF">2026-07-28T02:59:06Z</dcterms:modified>
</cp:coreProperties>
</file>