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3: Data Structures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1965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INTERNSHIP &amp; TRAINING PROGRAM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23317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457200" y="33375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Structures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57200" y="3977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A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 •  Lists  •  Tuples  •  Sets  •  Dictionaries  •  Student Management Program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20116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035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Deck  |  India Data Research Academy  |  Department of Data Science and 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3: Data Structures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ROADMAP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81328"/>
            <a:ext cx="822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280160" y="148132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&amp; Slicing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80160" y="184708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Indexing, slicing mechanics &amp; core string methods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55080" y="1481328"/>
            <a:ext cx="822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178040" y="148132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&amp; List Methods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178040" y="184708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Mutability, adding/removing, sorting &amp; comprehensions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2441448"/>
            <a:ext cx="822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1280160" y="244144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280160" y="280720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sequences, packing / unpacking, single-element tuples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355080" y="2441448"/>
            <a:ext cx="822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7178040" y="244144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178040" y="280720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Unordered, unique collections &amp; set operations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3401568"/>
            <a:ext cx="822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1280160" y="340156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280160" y="376732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mappings, safe access &amp; dict comprehensions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355080" y="3401568"/>
            <a:ext cx="822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7178040" y="340156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Structure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178040" y="376732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side-by-side comparison of all five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4361688"/>
            <a:ext cx="822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1280160" y="436168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Data Structures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280160" y="472744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of dicts — the pattern behind real datasets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57200" y="539496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0080" y="53949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1371600" y="53949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Deliverable  —  Building the Student Management Program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3: Data Structures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 Basics, Indexing &amp; Immutability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Basics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sequence of Unicode characters, written with '...' or "..."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Zero-indexed — the first character sits at index 0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indices count backwards from the end (-1 = last char)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Immutability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can never be changed in place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operation (+, *, .replace(), …) returns a brand-new string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41732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"Data Science"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print(name[0])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print(name[-1])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print(len(name))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13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Concatenation &amp; repetition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 = "Hi " + name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print(greet)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print("ab" * 3)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ababab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Immutability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name[0] = "d"  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TypeError!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3: Data Structures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Slicing Mechanics: [start:stop:step]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Syntax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string[start:stop:step] — stop is always excluded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Omit start / stop to default to the beginning / end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Reversing &amp; Stepping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 of -1 walks the string backwards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never raises IndexError, even when out of range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41732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= "Data Science"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print(text[0:4])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Data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print(text[5:])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Science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print(text[:4])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Data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stepping / reversing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print(text[::2])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DaaSine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print(text[::-1])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ecneicS ataD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out-of-range: no crash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print(text[100:200])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''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3: Data Structures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Methods I: Case, Whitespace &amp; Replace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Whitespace &amp; Case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.strip() / .lstrip() / .rstrip() remove leading/trailing spaces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.lower() / .upper() normalize case for comparisons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Replace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.replace(old, new) swaps every matching occurrence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.find() and .count() locate or tally a substring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41732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= "  Data SCIENCE  "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 = raw.strip()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print(clean)     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'Data SCIENCE'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print(clean.lower())     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print(clean.upper())     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 = "I love Java"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print(msg.replace("Java", "Python"))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print(msg.find("love"))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print("data data".count("data"))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2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3: Data Structures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Methods II: .split() &amp; .join()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.split(sep)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a string into a list on a delimiter (default: whitespace)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list — perfect for parsing raw CSV-style lines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.join(iterable)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strings into one, using the caller as the separator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reverse operation of .split() — glue instead of cut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41732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= "Amit,24,DataScience"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 = line.split(",")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print(fields)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['Amit','24','DataScience']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age, course = fields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print(f"{name} is {age}")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Amit is 24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 = ["Python", "is", "fun"]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sentence = " ".join(words)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print(sentence)     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 is fun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print("-".join(["2026","07","27"]))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3: Data Structures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Basics, Indexing &amp; Mutability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Basics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ordered, mutable collection created with []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hold mixed data types in a single list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&amp; Slicing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indexing / slicing rules as strings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strings, elements CAN be reassigned in place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41732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[88, 92, 76, 95, 60]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print(scores[0])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88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print(scores[-1])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60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print(scores[1:4])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[92, 76, 95]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lists are mutable!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scores[0] = 90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print(scores)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[90, 92, 76, 95, 60]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mixed = ["Amit", 24, True, 3.5]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print(mixed)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3: Data Structures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&amp; Removing Elements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Elements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.append(x) adds one item to the end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.extend(iterable) adds several items at once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.insert(i, x) inserts at a specific position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Elements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.pop(i) removes &amp; returns the item at index (default: last)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.remove(x) deletes the first matching value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list[i] deletes by position, without returning it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41732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 = ["clean", "cook"]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tasks.append("study")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tasks.extend(["sleep", "gym"])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tasks.insert(1, "shop")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print(tasks)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= tasks.pop()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print(last, tasks)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tasks.remove("cook")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tasks[0]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print(tasks)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3: Data Structures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Sorting &amp; Copying (Avoid Aliasing!)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.sort() sorts in place; sorted() returns a new list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reverse=True and key=func customize the ordering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Copying vs. Aliasing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a copies the reference, not the data — both point to one list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.copy() or a[:] to get a truly independent copy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41732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 = [5, 2, 9, 1]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nums.sort()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print(nums)         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[1, 2, 5, 9]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 = ["banana", "apple", "kiwi"]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print(sorted(names, key=len))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ALIAS - same list in memory!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[1, 2, 3]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b.append(4)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print(a)            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[1, 2, 3, 4]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a.copy()        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independent copy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3: Data Structures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Comprehensions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[expression for item in iterable]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if condition at the end to filter items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Them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concise, and often faster, than an equivalent for-loop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 carefully — readability drops fast beyond two levels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41732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 = [1, 2, 3, 4, 5, 6]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squares = [n**2 for n in nums]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print(squares)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[1,4,9,16,25,36]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evens = [n for n in nums if n % 2 == 0]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print(evens)   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[2, 4, 6]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equivalent for-loop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evens_loop = []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 in nums: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% 2 == 0: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evens_loop.append(n)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3: Data Structures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Immutable Sequences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Basics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ordered, immutable sequence created with ()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and safer than a list when data shouldn't change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records — coordinates, RGB values, dates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keys — lists can't be keys, but tuples can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41732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 = (10, 20)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= (255, 0, 120)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print(point[0])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10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point[0] = 5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TypeError!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tuples as dict keys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 = {(255, 0, 0): "red", (0, 255, 0): "green"}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print(colors[(255, 0, 0)])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red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coords = tuple([1, 2, 3])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print(coords)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(1, 2, 3)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3: Data Structures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Packing, Unpacking &amp; Single-Element Tuples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&amp; Unpacking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Packing: point = 10, 20 groups values into a tuple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Unpacking: x, y = point assigns each value to a variable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Single-Element Tuples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trailing comma is required — (5) is just an int!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swap: a, b = b, a — no temp variable needed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41732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 = 10, 20     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packing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x, y = point        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unpacking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print(x, y)          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10 20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 = (5,)        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tuple!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not_tuple = (5)      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int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print(type(single), type(not_tuple))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a, b = 1, 2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a, b = b, a          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swap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print(a, b)           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 1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*rest = ("Amit", 24, "DS", "Delhi")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3: Data Structures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Unordered, Unique Collections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Basics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unordered collection of unique, hashable elements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with non-empty {} or with set()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Sets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de-duplication of data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average-case membership testing with in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41732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 = {"python", "sql", "python", "excel"}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print(tags) 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duplicates dropped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 = set() 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NOT {} &lt;- that's a dict!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 = set([1, 2, 2, 3])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print(nums)   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{1, 2, 3}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print("sql" in tags)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tags.add("power bi")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tags.discard("excel")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print(tags)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3: Data Structures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Operations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Operations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(|), intersection (&amp;), difference (-)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symmetric_difference (^) — in either set, but not both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Example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skillsets, de-dupe combined lists, find tag overlap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41732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team_a = {"python", "sql", "excel"}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team_b = {"sql", "tableau", "python"}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print(team_a | team_b)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union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print(team_a &amp; team_b)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{'python','sql'}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print(team_a - team_b)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{'excel'}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print(team_a ^ team_b)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{'excel','tableau'}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print(team_a.issubset({"python","sql","excel","r"}))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3: Data Structures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Key-Value Mappings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Basics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collection of key:value pairs; insertion-ordered since 3.7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with {key: value, ...} or dict()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Requirements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must be hashable (immutable): str, int, tuple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can be ANY type — even a list or another dict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41732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= {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"Amit",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"age": 21,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"marks": [88, 92, 79]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print(student["name"])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Amit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print(student.keys())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print(len(student))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 = dict(name="Riya", age=22)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3: Data Structures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Accessing &amp; Modifying with .get()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Access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dict[key] raises KeyError if the key is missing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.get(key, default) returns a default instead of crashing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Modifying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to a key to add it, or to update it if it exists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.pop(key) removes &amp; returns a value; del removes it only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41732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= {"name": "Amit", "age": 21}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print(student.get("age")) 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21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print(student.get("grade", "N/A"))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N/A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student["grade"] = "A"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new key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student["age"] = 22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update existing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print(student)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removed = student.pop("grade")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student["age"]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3: Data Structures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Iterating: .keys(), .values(), .items()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Iterating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.keys() → view of keys, .values() → view of values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.items() → (key, value) pairs — the most common loop form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Patterns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key in dict: iterates keys directly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k, v in dict.items(): unpacks both at once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41732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{"Amit": 88, "Riya": 92, "Zoya": 76}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 in scores: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print(name)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mark in scores.values():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print(mark)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name, mark in scores.items():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print(f"{name}: {mark}")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topper = max(scores, key=scores.get)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3: Data Structures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Dictionary Comprehensions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{key_expr: value_expr for item in iterable}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the same if filtering as list comprehensions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Patterns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an existing dict, or build one from two lists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41732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{"Amit": 88, "Riya": 92, "Zoya": 55}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passed = {k: v for k, v in scores.items() if v &gt;= 60}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print(passed)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{'Amit':88,'Riya':92}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squares = {n: n**2 for n in range(1, 6)}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print(squares)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 = ["Amit", "Riya"]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ages = [21, 22]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lookup = {n: a for n, a in zip(names, ages)}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3: Data Structures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Data Structure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74552" cy="4206240"/>
        </p:xfrm>
        <a:graphic>
          <a:graphicData uri="http://schemas.openxmlformats.org/drawingml/2006/table">
            <a:tbl>
              <a:tblPr/>
              <a:tblGrid>
                <a:gridCol w="2103120"/>
                <a:gridCol w="2011680"/>
                <a:gridCol w="1828800"/>
                <a:gridCol w="1947672"/>
                <a:gridCol w="3383280"/>
              </a:tblGrid>
              <a:tr h="701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Ordered?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Mutable?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Duplicates?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data &amp; manipulation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Ordered, growable collection of items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records that must not change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Uniqueness checks &amp; fast membership tests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Dictionary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(3.7+)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(keys)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Key-based lookup — the record pattern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594360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reach for a list by default, a tuple for fixed records, a set for uniqueness, and a dictionary whenever you need to look something up by name.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3: Data Structures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STRUCTURES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Lists of Dictionaries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Dictionaries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go-to pattern for tabular records — one dict per row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 field with students[0]["name"]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of Dictionaries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when every record needs a unique lookup key (e.g. ID)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41732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 = [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{"id": 1, "name": "Amit", "marks": [88, 92]},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{"id": 2, "name": "Riya", "marks": [95, 90]},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print(students[0]["name"])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Amit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print(students[1]["marks"][0])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95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by_id = {s["id"]: s for s in students}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print(by_id[2]["name"])  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Riya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 in students: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avg = sum(s["marks"]) / len(s["marks"])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3: Data Structures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DELIVERABLE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Management Program: Requirements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each student as a dictionary, kept inside one list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Add, View All, Update, Delete and Search operations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menu-driven console program that loops until the user exits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Fields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(int)  •  name (str)  •  age (int)  •  course (str)  •  marks (list of int)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41732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menu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Student Management System ===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Add Student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View All Students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Update Student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Delete Student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Search Student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Exit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choice: 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3: Data Structures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DELIVERABLE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the Data Model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student is a dict with id, name, age, course, marks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students live inside one list: students = []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acts as the natural unique key for lookups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41732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student_manager.py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 = []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holds every student dict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add_student(sid, name, age, course, marks):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student = {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"id": sid,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"name": name,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"age": age,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"course": course,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"marks": marks,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students.append(student)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print(f"Added {name} (ID: {sid})")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3: Data Structures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DELIVERABLE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&amp; View Student Functions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add_student()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dict from the arguments and appends it to the list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view_students()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through the list and prints each record's fields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against an empty list before looping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41732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student_manager.py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view_students():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students: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print("No students found.")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s in students: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avg = sum(s["marks"]) / len(s["marks"])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print(f"[{s['id']}] {s['name']} | "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f"Age: {s['age']} | Avg: {avg:.1f}")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add_student(1, "Amit", 21, "DS", [88, 92, 79])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add_student(2, "Riya", 22, "AI", [95, 90, 85])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view_students()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3: Data Structures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DELIVERABLE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&amp; Delete Student Functions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update_student()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 student by id and updates only the given fields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**changes uses keyword arguments for flexible updates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delete_student()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Rebuilds the list with a comprehension, excluding that id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41732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student_manager.py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update_student(sid, **changes):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s in students: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s["id"] == sid: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s.update(changes)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print(f"Updated ID {sid}")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print("Student not found.")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delete_student(sid):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global students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students = [s for s in students if s["id"] != sid]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print(f"Deleted ID {sid}")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3: Data Structures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DELIVERABLE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&amp; the Main Menu Loop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search_student()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 that matches an id or a partial, case-insensitive name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Menu Loop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True + if/elif dispatch keeps the program running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on Exit is the only way out of the loop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41732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student_manager.py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search_student(term):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term = str(term).lower()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[s for s in students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term == str(s["id"])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or term in s["name"].lower()]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main():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True: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choice = input("Enter choice: 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choice == "6":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print("Goodbye!")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elif choice == "2":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view_students()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3: Data Structures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DELIVERABLE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Program: Sample Run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1127455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417320"/>
            <a:ext cx="1127455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618488"/>
            <a:ext cx="1127455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350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0584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34440" y="1417320"/>
            <a:ext cx="10360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run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58368" y="1837944"/>
            <a:ext cx="1087221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Student Management System ===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1.Add 2.View 3.Update 4.Delete 5.Search 6.Exit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choice: 2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Amit | Age: 21 | Avg: 86.3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 Riya | Age: 22 | Avg: 90.0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choice: 3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Updated ID 1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choice: 5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search term: riya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 Riya | Age: 22 | Avg: 90.0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choice: 6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Goodbye!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3: Data Structures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DELIVERABLE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Cases &amp; Enhancements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63040"/>
            <a:ext cx="5394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that id is unique before adding a new student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int(input(...)) in try/except ValueError for age/marks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an empty students list gracefully in every function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263640" y="1463040"/>
            <a:ext cx="5394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records to a CSV/JSON file so data survives a restart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roster by name or average marks before displaying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class-wide statistics — highest, lowest, average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3: Data Structures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&amp; BEST PRACTICES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Pitfalls with Data Structures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Default Traps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def f(items=[]): — the SAME list is reused every call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Aliasing: b = a shares one list; mutating b mutates a too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&amp; Set Gotchas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dict[key] on a missing key raises KeyError — prefer .get()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hashable (immutable) types can be dict keys or set members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5925312" cy="4434840"/>
          </a:xfrm>
          <a:prstGeom prst="roundRect">
            <a:avLst>
              <a:gd name="adj" fmla="val 164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417320"/>
            <a:ext cx="5925312" cy="292608"/>
          </a:xfrm>
          <a:prstGeom prst="roundRect">
            <a:avLst>
              <a:gd name="adj" fmla="val 100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1618488"/>
            <a:ext cx="5925312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2744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41732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1837944"/>
            <a:ext cx="552297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add_item(item, bucket=[]):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BUG!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bucket.append(item)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bucket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print(add_item("a"))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['a']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print(add_item("b"))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['a','b'] unexpected!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fix: use None as the sentinel default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add_item_fixed(item, bucket=None):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bucket is None: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bucket = []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bucket.append(item)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3: Data Structures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20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21792"/>
            <a:ext cx="1123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 Key Takeaways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5544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1938528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Indexing, slicing, and immutable core methods (.strip, .split, .join)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355080" y="15544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355080" y="1938528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Mutable, ordered; .append/.pop/.sort and list comprehensions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278892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7200" y="3172968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records; packing/unpacking and the swap trick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355080" y="278892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355080" y="3172968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Unique, unordered; union / intersection / difference operations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7200" y="402336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57200" y="4407408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pairs; .get(), .items(), and dict comprehensions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355080" y="402336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Structures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355080" y="4407408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of dicts power real-world, tabular data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57200" y="5303520"/>
            <a:ext cx="11247120" cy="54864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5303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2468880" y="530352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Student Management Program with full Add / View / Update / Delete / Search functionality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3: Data Structures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1005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14173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4: Functions, Modules &amp; Exception Handling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57200" y="246888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def, parameters vs. arguments, *args / **kwargs &amp; the LEGB scope rule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Importing built-in &amp; custom modules; if __name__ == "__main__":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/ except / else / finally, and raising custom errors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writing .txt and .csv files with context managers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4572000"/>
            <a:ext cx="7772400" cy="502920"/>
          </a:xfrm>
          <a:prstGeom prst="roundRect">
            <a:avLst>
              <a:gd name="adj" fmla="val 10909"/>
            </a:avLst>
          </a:prstGeom>
          <a:solidFill>
            <a:srgbClr val="2A335F"/>
          </a:solidFill>
          <a:ln w="12700">
            <a:solidFill>
              <a:srgbClr val="2A33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4572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Tracker Application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5394960"/>
            <a:ext cx="20116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5577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2026-07-28T02:43:07Z</dcterms:created>
  <dcterms:modified xsi:type="dcterms:W3CDTF">2026-07-28T02:43:07Z</dcterms:modified>
</cp:coreProperties>
</file>